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iYGw9ZQDxomqVLpg3E+qZGaYN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75CD02-A81A-4FC6-853E-68F9A6835409}">
  <a:tblStyle styleId="{0575CD02-A81A-4FC6-853E-68F9A6835409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2E7E6"/>
          </a:solidFill>
        </a:fill>
      </a:tcStyle>
    </a:wholeTbl>
    <a:band1H>
      <a:tcTxStyle b="off" i="off"/>
      <a:tcStyle>
        <a:fill>
          <a:solidFill>
            <a:srgbClr val="E3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3CACA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nl-N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g = gravity (valversnelling)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v = velocity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dt = verschil tijd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t =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s = space (afstand)</a:t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F = Force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Fz = zwaartekracht</a:t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van twee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kop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bjec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elijking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0" name="Google Shape;50;p21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1" name="Google Shape;51;p21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met bijschrift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7" name="Google Shape;67;p24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8" name="Google Shape;6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beelding met bijschrift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sche afbeelding met bijschrift">
  <p:cSld name="Panoramische afbeelding met bijschrif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81" name="Google Shape;81;p26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bijschrift">
  <p:cSld name="Titel en bijschrif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8" name="Google Shape;88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eraat met bijschrift">
  <p:cSld name="Citeraat met bijschrif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4" name="Google Shape;94;p28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98" name="Google Shape;98;p2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nl-NL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8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nl-NL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amkaartje">
  <p:cSld name="Naamkaartj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kolommen">
  <p:cSld name="3 kolomme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30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0" name="Google Shape;110;p30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1" name="Google Shape;111;p30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30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30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4" name="Google Shape;114;p3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fbeelding-kolom">
  <p:cSld name="3 Afbeelding-kolom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2" name="Google Shape;122;p31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3" name="Google Shape;123;p31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p31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5" name="Google Shape;125;p31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6" name="Google Shape;126;p31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7" name="Google Shape;127;p31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8" name="Google Shape;128;p31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9" name="Google Shape;129;p31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0" name="Google Shape;130;p31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1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verticale teks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e titel en teks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19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6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274"/>
                </a:srgbClr>
              </a:gs>
              <a:gs pos="36000">
                <a:srgbClr val="4CB9C3">
                  <a:alpha val="5490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6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nl.wikipedia.org/wiki/Militaire_vrije_val" TargetMode="External"/><Relationship Id="rId5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hyperlink" Target="https://nl.wikipedia.org/wiki/Militaire_vrije_val" TargetMode="External"/><Relationship Id="rId5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/>
          <p:nvPr>
            <p:ph type="ctrTitle"/>
          </p:nvPr>
        </p:nvSpPr>
        <p:spPr>
          <a:xfrm>
            <a:off x="1154955" y="1447800"/>
            <a:ext cx="5535991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nl-NL"/>
              <a:t>Modelleren</a:t>
            </a:r>
            <a:endParaRPr/>
          </a:p>
        </p:txBody>
      </p:sp>
      <p:sp>
        <p:nvSpPr>
          <p:cNvPr descr="The truth about trig: infinite series - Outside the Hexahedron" id="153" name="Google Shape;153;p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nl-NL"/>
              <a:t>NA DEZE LES(SEN) KEN JE DE BASIS VAN MODELLEREN MET PYTHON</a:t>
            </a:r>
            <a:endParaRPr/>
          </a:p>
        </p:txBody>
      </p:sp>
      <p:sp>
        <p:nvSpPr>
          <p:cNvPr descr="The truth about trig: infinite series - Outside the Hexahedron" id="154" name="Google Shape;154;p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6640706" y="1483518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⭶"/>
            </a:pPr>
            <a:r>
              <a:rPr b="0" i="0" lang="nl-NL" sz="2000" u="none" cap="none" strike="noStrike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HANDMATIG MODELLEREN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⭶"/>
            </a:pPr>
            <a:r>
              <a:rPr b="0" i="0" lang="nl-NL" sz="2000" u="none" cap="none" strike="noStrike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LEREN KENNEN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⭶"/>
            </a:pPr>
            <a:r>
              <a:rPr b="0" i="0" lang="nl-NL" sz="2000" u="none" cap="none" strike="noStrike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PLOTTEN IN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⭶"/>
            </a:pPr>
            <a:r>
              <a:rPr b="0" i="0" lang="nl-NL" sz="2000" u="none" cap="none" strike="noStrike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AUTOMATISEREN EN PLOTTEN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86D1D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86D1D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86D1D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Wat is een computer?</a:t>
            </a:r>
            <a:endParaRPr/>
          </a:p>
        </p:txBody>
      </p:sp>
      <p:sp>
        <p:nvSpPr>
          <p:cNvPr id="163" name="Google Shape;163;p2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To compute = Berekenen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Het is eenvoudig, maar het is heel veel werk.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Dus, automatiseren!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64" name="Google Shape;164;p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4445" l="0" r="0" t="0"/>
          <a:stretch/>
        </p:blipFill>
        <p:spPr>
          <a:xfrm>
            <a:off x="5920383" y="1581822"/>
            <a:ext cx="5168305" cy="3294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"/>
          <p:cNvSpPr txBox="1"/>
          <p:nvPr/>
        </p:nvSpPr>
        <p:spPr>
          <a:xfrm>
            <a:off x="6096000" y="5245768"/>
            <a:ext cx="46241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nl-NL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Hidden figures goede film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Voorbeeld handmatig berekenen:</a:t>
            </a:r>
            <a:br>
              <a:rPr lang="nl-NL"/>
            </a:br>
            <a:r>
              <a:rPr lang="nl-NL"/>
              <a:t>Valbeweging</a:t>
            </a:r>
            <a:endParaRPr/>
          </a:p>
        </p:txBody>
      </p:sp>
      <p:sp>
        <p:nvSpPr>
          <p:cNvPr id="172" name="Google Shape;172;p3"/>
          <p:cNvSpPr txBox="1"/>
          <p:nvPr>
            <p:ph idx="1" type="body"/>
          </p:nvPr>
        </p:nvSpPr>
        <p:spPr>
          <a:xfrm>
            <a:off x="1103313" y="2060575"/>
            <a:ext cx="3839192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Startwaardes: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g = 9,81 m/s</a:t>
            </a:r>
            <a:r>
              <a:rPr baseline="30000" lang="nl-NL"/>
              <a:t>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v</a:t>
            </a:r>
            <a:r>
              <a:rPr baseline="-25000" lang="nl-NL"/>
              <a:t>0 </a:t>
            </a:r>
            <a:r>
              <a:rPr lang="nl-NL"/>
              <a:t>= 0 m/s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dt = 1 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t = 0 s</a:t>
            </a:r>
            <a:endParaRPr/>
          </a:p>
          <a:p>
            <a:pPr indent="-204469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aseline="300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t</a:t>
            </a:r>
            <a:r>
              <a:rPr baseline="-25000" lang="nl-NL"/>
              <a:t>nieuw</a:t>
            </a:r>
            <a:r>
              <a:rPr lang="nl-NL"/>
              <a:t> = t</a:t>
            </a:r>
            <a:r>
              <a:rPr baseline="-25000" lang="nl-NL"/>
              <a:t>oud</a:t>
            </a:r>
            <a:r>
              <a:rPr lang="nl-NL"/>
              <a:t> + dt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v</a:t>
            </a:r>
            <a:r>
              <a:rPr baseline="-25000" lang="nl-NL"/>
              <a:t>nieuw</a:t>
            </a:r>
            <a:r>
              <a:rPr lang="nl-NL"/>
              <a:t> = v</a:t>
            </a:r>
            <a:r>
              <a:rPr baseline="-25000" lang="nl-NL"/>
              <a:t>oud</a:t>
            </a:r>
            <a:r>
              <a:rPr lang="nl-NL"/>
              <a:t> + g * dt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s</a:t>
            </a:r>
            <a:r>
              <a:rPr baseline="-25000" lang="nl-NL"/>
              <a:t>nieuw</a:t>
            </a:r>
            <a:r>
              <a:rPr lang="nl-NL"/>
              <a:t> = s</a:t>
            </a:r>
            <a:r>
              <a:rPr baseline="-25000" lang="nl-NL"/>
              <a:t>oud</a:t>
            </a:r>
            <a:r>
              <a:rPr lang="nl-NL"/>
              <a:t> + v</a:t>
            </a:r>
            <a:r>
              <a:rPr baseline="-25000" lang="nl-NL"/>
              <a:t>oud</a:t>
            </a:r>
            <a:r>
              <a:rPr lang="nl-NL"/>
              <a:t> * dt</a:t>
            </a:r>
            <a:endParaRPr/>
          </a:p>
          <a:p>
            <a:pPr indent="-204469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  <p:pic>
        <p:nvPicPr>
          <p:cNvPr id="173" name="Google Shape;173;p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9496" y="1853248"/>
            <a:ext cx="4044198" cy="26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7249496" y="4507901"/>
            <a:ext cx="3839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nl-NL" sz="9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Deze foto</a:t>
            </a:r>
            <a:r>
              <a:rPr b="0" i="0" lang="nl-NL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van Onbekende auteur is gelicentieerd onder </a:t>
            </a:r>
            <a:r>
              <a:rPr b="0" i="0" lang="nl-NL" sz="9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</a:t>
            </a:r>
            <a:endParaRPr b="0" i="0" sz="9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75" name="Google Shape;175;p3"/>
          <p:cNvGraphicFramePr/>
          <p:nvPr/>
        </p:nvGraphicFramePr>
        <p:xfrm>
          <a:off x="3762382" y="2060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{0575CD02-A81A-4FC6-853E-68F9A6835409}</a:tableStyleId>
              </a:tblPr>
              <a:tblGrid>
                <a:gridCol w="793050"/>
                <a:gridCol w="793050"/>
                <a:gridCol w="793050"/>
                <a:gridCol w="793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Voorbeeld handmatig berekenen:</a:t>
            </a:r>
            <a:br>
              <a:rPr lang="nl-NL"/>
            </a:br>
            <a:r>
              <a:rPr lang="nl-NL"/>
              <a:t>Valbeweging</a:t>
            </a:r>
            <a:endParaRPr/>
          </a:p>
        </p:txBody>
      </p:sp>
      <p:sp>
        <p:nvSpPr>
          <p:cNvPr id="182" name="Google Shape;182;p4"/>
          <p:cNvSpPr txBox="1"/>
          <p:nvPr>
            <p:ph idx="1" type="body"/>
          </p:nvPr>
        </p:nvSpPr>
        <p:spPr>
          <a:xfrm>
            <a:off x="1103313" y="2060575"/>
            <a:ext cx="3050998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Startwaardes: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g = 9,81 m/s</a:t>
            </a:r>
            <a:r>
              <a:rPr baseline="30000" lang="nl-NL"/>
              <a:t>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v</a:t>
            </a:r>
            <a:r>
              <a:rPr baseline="-25000" lang="nl-NL"/>
              <a:t>0 </a:t>
            </a:r>
            <a:r>
              <a:rPr lang="nl-NL"/>
              <a:t>= 0 m/s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dt = 1 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t = 0 s</a:t>
            </a:r>
            <a:endParaRPr/>
          </a:p>
          <a:p>
            <a:pPr indent="-204469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aseline="30000"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t</a:t>
            </a:r>
            <a:r>
              <a:rPr baseline="-25000" lang="nl-NL"/>
              <a:t>nieuw</a:t>
            </a:r>
            <a:r>
              <a:rPr lang="nl-NL"/>
              <a:t> = t</a:t>
            </a:r>
            <a:r>
              <a:rPr baseline="-25000" lang="nl-NL"/>
              <a:t>oud</a:t>
            </a:r>
            <a:r>
              <a:rPr lang="nl-NL"/>
              <a:t> + dt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v</a:t>
            </a:r>
            <a:r>
              <a:rPr baseline="-25000" lang="nl-NL"/>
              <a:t>nieuw</a:t>
            </a:r>
            <a:r>
              <a:rPr lang="nl-NL"/>
              <a:t> = v</a:t>
            </a:r>
            <a:r>
              <a:rPr baseline="-25000" lang="nl-NL"/>
              <a:t>oud</a:t>
            </a:r>
            <a:r>
              <a:rPr lang="nl-NL"/>
              <a:t> + g * dt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nl-NL"/>
              <a:t>s</a:t>
            </a:r>
            <a:r>
              <a:rPr baseline="-25000" lang="nl-NL"/>
              <a:t>nieuw</a:t>
            </a:r>
            <a:r>
              <a:rPr lang="nl-NL"/>
              <a:t> = s</a:t>
            </a:r>
            <a:r>
              <a:rPr baseline="-25000" lang="nl-NL"/>
              <a:t>oud</a:t>
            </a:r>
            <a:r>
              <a:rPr lang="nl-NL"/>
              <a:t> + v</a:t>
            </a:r>
            <a:r>
              <a:rPr baseline="-25000" lang="nl-NL"/>
              <a:t>oud</a:t>
            </a:r>
            <a:r>
              <a:rPr lang="nl-NL"/>
              <a:t> * dt</a:t>
            </a:r>
            <a:endParaRPr/>
          </a:p>
          <a:p>
            <a:pPr indent="-204469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  <p:pic>
        <p:nvPicPr>
          <p:cNvPr id="183" name="Google Shape;183;p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9496" y="1853248"/>
            <a:ext cx="4044198" cy="26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7249496" y="4507901"/>
            <a:ext cx="3839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nl-NL" sz="9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Deze foto</a:t>
            </a:r>
            <a:r>
              <a:rPr b="0" i="0" lang="nl-NL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van Onbekende auteur is gelicentieerd onder </a:t>
            </a:r>
            <a:r>
              <a:rPr b="0" i="0" lang="nl-NL" sz="9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</a:t>
            </a:r>
            <a:endParaRPr b="0" i="0" sz="9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85" name="Google Shape;185;p4"/>
          <p:cNvGraphicFramePr/>
          <p:nvPr/>
        </p:nvGraphicFramePr>
        <p:xfrm>
          <a:off x="3762382" y="2060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{0575CD02-A81A-4FC6-853E-68F9A6835409}</a:tableStyleId>
              </a:tblPr>
              <a:tblGrid>
                <a:gridCol w="793050"/>
                <a:gridCol w="793050"/>
                <a:gridCol w="793050"/>
                <a:gridCol w="793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#3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1 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2 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3 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9,81 m/s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19,6 m/s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29,4 m/s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0 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9,81 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nl-NL" sz="1800" u="none" cap="none" strike="noStrike"/>
                        <a:t>29,4 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6" name="Google Shape;186;p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</a:pPr>
            <a:r>
              <a:rPr lang="nl-NL"/>
              <a:t>Automatiseren</a:t>
            </a:r>
            <a:endParaRPr/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nl-NL"/>
              <a:t>MET PYTHON </a:t>
            </a:r>
            <a:endParaRPr/>
          </a:p>
        </p:txBody>
      </p:sp>
      <p:pic>
        <p:nvPicPr>
          <p:cNvPr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5713" y="0"/>
            <a:ext cx="30371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Colab aanmaken</a:t>
            </a:r>
            <a:endParaRPr/>
          </a:p>
        </p:txBody>
      </p:sp>
      <p:sp>
        <p:nvSpPr>
          <p:cNvPr id="200" name="Google Shape;200;p6"/>
          <p:cNvSpPr txBox="1"/>
          <p:nvPr>
            <p:ph idx="1" type="body"/>
          </p:nvPr>
        </p:nvSpPr>
        <p:spPr>
          <a:xfrm>
            <a:off x="244828" y="2052918"/>
            <a:ext cx="5975352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nl-NL" sz="2400"/>
              <a:t>Google colab: website voor online coderen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40"/>
              <a:buChar char="►"/>
            </a:pPr>
            <a:r>
              <a:rPr lang="nl-NL" sz="2800"/>
              <a:t>colab.research.google.com</a:t>
            </a:r>
            <a:endParaRPr sz="1800"/>
          </a:p>
        </p:txBody>
      </p:sp>
      <p:sp>
        <p:nvSpPr>
          <p:cNvPr id="201" name="Google Shape;201;p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7469" y="1152983"/>
            <a:ext cx="52451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745" y="3429000"/>
            <a:ext cx="7772400" cy="2324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166" y="5540373"/>
            <a:ext cx="7772400" cy="96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Colab leren kennen</a:t>
            </a:r>
            <a:endParaRPr/>
          </a:p>
        </p:txBody>
      </p:sp>
      <p:sp>
        <p:nvSpPr>
          <p:cNvPr id="210" name="Google Shape;210;p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11" name="Google Shape;21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00" y="2720340"/>
            <a:ext cx="8507138" cy="306593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 txBox="1"/>
          <p:nvPr/>
        </p:nvSpPr>
        <p:spPr>
          <a:xfrm>
            <a:off x="411480" y="2103120"/>
            <a:ext cx="3543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nl-NL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 over en voer 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Bibliotheken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6538911" y="1853248"/>
            <a:ext cx="4902377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Bibliotheken importeren voor aanvullende functies.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Math geeft functies als math.pi() of math.sqrt().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20" name="Google Shape;22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1" y="1853248"/>
            <a:ext cx="6502400" cy="1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Zelf oefenen</a:t>
            </a:r>
            <a:endParaRPr/>
          </a:p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nl-NL"/>
              <a:t>De groei van de plant wordt beschreven door de formule: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hoogte = start_hoogte + groeisnelheid * tijd.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nl-NL"/>
              <a:t>Eerst de startwaardes definiëren: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start_hoogte =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groeisnelheid =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nl-NL"/>
              <a:t>tijd =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nl-NL"/>
              <a:t>Gebruik de print()-functie om de hoogte van de plant na de gegeven tijd weer te geven.</a:t>
            </a:r>
            <a:endParaRPr/>
          </a:p>
        </p:txBody>
      </p:sp>
      <p:sp>
        <p:nvSpPr>
          <p:cNvPr id="227" name="Google Shape;227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Voorbeeld</a:t>
            </a:r>
            <a:endParaRPr/>
          </a:p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34" name="Google Shape;23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10" y="2060098"/>
            <a:ext cx="9353997" cy="262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</a:pPr>
            <a:r>
              <a:rPr lang="nl-NL"/>
              <a:t>Grafieken maken</a:t>
            </a:r>
            <a:endParaRPr/>
          </a:p>
        </p:txBody>
      </p:sp>
      <p:sp>
        <p:nvSpPr>
          <p:cNvPr id="240" name="Google Shape;240;p11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nl-NL"/>
              <a:t>MATPLOTLIB.PYPLOT</a:t>
            </a:r>
            <a:endParaRPr/>
          </a:p>
        </p:txBody>
      </p:sp>
      <p:pic>
        <p:nvPicPr>
          <p:cNvPr id="241" name="Google Shape;2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3384" y="2080619"/>
            <a:ext cx="3943660" cy="297896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Populaire bibliotheek</a:t>
            </a:r>
            <a:endParaRPr/>
          </a:p>
        </p:txBody>
      </p:sp>
      <p:pic>
        <p:nvPicPr>
          <p:cNvPr id="248" name="Google Shape;24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9422" y="2052637"/>
            <a:ext cx="5102578" cy="419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58" y="2278380"/>
            <a:ext cx="7022164" cy="341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</a:pPr>
            <a:r>
              <a:rPr lang="nl-NL"/>
              <a:t>While loop</a:t>
            </a:r>
            <a:endParaRPr/>
          </a:p>
        </p:txBody>
      </p:sp>
      <p:sp>
        <p:nvSpPr>
          <p:cNvPr id="256" name="Google Shape;256;p13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nl-NL"/>
              <a:t>COMPUTER VERTELLEN WANNEER HET MOET STOPPEN</a:t>
            </a:r>
            <a:endParaRPr/>
          </a:p>
        </p:txBody>
      </p:sp>
      <p:pic>
        <p:nvPicPr>
          <p:cNvPr id="257" name="Google Shape;2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203" y="483577"/>
            <a:ext cx="45847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>
            <p:ph type="title"/>
          </p:nvPr>
        </p:nvSpPr>
        <p:spPr>
          <a:xfrm>
            <a:off x="646112" y="452718"/>
            <a:ext cx="7099924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nl-NL"/>
              <a:t>Tabel laten berekenen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1103312" y="2052918"/>
            <a:ext cx="6642723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Startwaardes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Tabellen aanmaken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While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b="0" i="0" lang="nl-NL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Hier komt de natuurkunde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None/>
            </a:pPr>
            <a:r>
              <a:rPr b="0" i="0" lang="nl-NL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binnen # begin model en # eind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b="0" i="0" lang="nl-NL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.append() betekend toevoegen aan de tabel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</a:pPr>
            <a:r>
              <a:rPr b="0" i="0" lang="nl-NL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Plotten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3387" y="0"/>
            <a:ext cx="647085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2023-04-18T11:37:04Z</dcterms:created>
  <dc:creator>Servaas Winder</dc:creator>
</cp:coreProperties>
</file>